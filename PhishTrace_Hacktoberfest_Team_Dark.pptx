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TEAM +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8655" cy="6858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A580C"/>
                </a:solidFill>
                <a:latin typeface="Arial Black"/>
              </a:defRPr>
            </a:pPr>
            <a:r>
              <a:t>PROJECT TITLE: PhishTrace – AI Email Threat Forensics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SELECTED DOMAIN / TRACK: Cybersecurity &amp; AI</a:t>
            </a:r>
          </a:p>
          <a:p>
            <a:pPr>
              <a:defRPr sz="1400" b="1">
                <a:solidFill>
                  <a:srgbClr val="0F172A"/>
                </a:solidFill>
                <a:latin typeface="Arial Black"/>
              </a:defRPr>
            </a:pPr>
            <a:r>
              <a:t>TEAM NAME: Team Dark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LEAD         |  </a:t>
            </a:r>
            <a:r>
              <a:rPr b="1" sz="1200">
                <a:solidFill>
                  <a:srgbClr val="0F172A"/>
                </a:solidFill>
              </a:rPr>
              <a:t>JAYANTH.D </a:t>
            </a:r>
            <a:r>
              <a:rPr sz="1100">
                <a:solidFill>
                  <a:srgbClr val="64748B"/>
                </a:solidFill>
              </a:rPr>
              <a:t>—  jayanthedu1116@gmail.com (Full-Stack &amp; Architecture)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41648"/>
            <a:ext cx="1072865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MEMBER 2     |  </a:t>
            </a:r>
            <a:r>
              <a:rPr b="1" sz="1200">
                <a:solidFill>
                  <a:srgbClr val="0F172A"/>
                </a:solidFill>
              </a:rPr>
              <a:t>DHANUSH.R </a:t>
            </a:r>
            <a:r>
              <a:rPr sz="1100">
                <a:solidFill>
                  <a:srgbClr val="64748B"/>
                </a:solidFill>
              </a:rPr>
              <a:t>—  Backend Systems, Header Parsers &amp; Forensic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72865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MEMBER 3     |  </a:t>
            </a:r>
            <a:r>
              <a:rPr b="1" sz="1200">
                <a:solidFill>
                  <a:srgbClr val="0F172A"/>
                </a:solidFill>
              </a:rPr>
              <a:t>VISHAL.R </a:t>
            </a:r>
            <a:r>
              <a:rPr sz="1100">
                <a:solidFill>
                  <a:srgbClr val="64748B"/>
                </a:solidFill>
              </a:rPr>
              <a:t>—  AI Training, NVIDIA NIM Integration &amp; LLM Consensus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58383"/>
            <a:ext cx="1072865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MEMBER 4     |  </a:t>
            </a:r>
            <a:r>
              <a:rPr b="1" sz="1200">
                <a:solidFill>
                  <a:srgbClr val="0F172A"/>
                </a:solidFill>
              </a:rPr>
              <a:t>ARPITHA </a:t>
            </a:r>
            <a:r>
              <a:rPr sz="1100">
                <a:solidFill>
                  <a:srgbClr val="64748B"/>
                </a:solidFill>
              </a:rPr>
              <a:t>—  Cybersecurity Research, Threat Feeds &amp; RFC 3161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167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NOTE: ALL TEAM MEMBERS REGISTERED INDIVIDUALLY ON ORGANIZERHQ.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TARGET AUDIENCE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Security Operations Centers (SOC), incident response teams, enterprise fraud departments, financial institutions, and universities.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Also protects students and non-technical staff targeted by daily phishing campaigns.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CORE FRICTION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Filters block spam but do not trace attacker origins.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Header forensics is manual, fragmented, and performed one email at a time.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Zero existing open-source tools correlate detection, MTA relay origin tracing, campaign clustering, and court-admissible cryptographic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CURRENT REALITY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Adversaries leverage generative AI for hyper-personalized social engineering and lookalike domains that cleanly bypass SPF/DKIM filters.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Investigators waste 20-40 minutes per incident manually inspecting Received headers, IP lookups, and hop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METRIC / EVIDENCE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FBI IC3 2025: Business Email Compromise (BEC) losses hit $3.05 Billion.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Phishing remains the #1 most reported cybercrime with 191,000+ complaints.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Manual triage backlogs leave 80% of reported phishing alerts uninvestigated.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114800" cy="4251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749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CORE CONCEPT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An open-source, full-stack intelligence platform that detects phishing and BEC, traces probable geographic origin with confidence scores, and links attacks into campaigns with hashed evidence.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KEY CAPABILITIES: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Feature 01: Explainable Threat Detection (SPF/DKIM/DMARC auth + NLP heuristics)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Feature 02: Origin Relay Tracing + Geo-Confidence Leaflet Map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Feature 03: Dynamic Campaign Clustering + Cryptographic SHA-256 PDF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920240"/>
            <a:ext cx="2011680" cy="4251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57400"/>
            <a:ext cx="1645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USER INPUT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.eml email files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Raw RFC 822 headers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Plaintext &amp; HTML body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Hyperlinks &amp; URLs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Attachments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Direct Gmail API sync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3931920"/>
            <a:ext cx="22860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1920240"/>
            <a:ext cx="2011680" cy="4251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057400"/>
            <a:ext cx="1645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PROCESSING ENGINE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Deep header parser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SPF/DKIM/DMARC checks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Hop latency calculation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NVIDIA NIM Cloud AI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5-LLM Consensus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Campaign similarity graph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46920" y="3931920"/>
            <a:ext cx="22860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6960" y="1920240"/>
            <a:ext cx="1490472" cy="4251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057400"/>
            <a:ext cx="1124712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DELIVERED OUTCOME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0-100 Risk Gauge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Hop Leaflet Map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AI SOC Co-Pilot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Verifiable PDF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RFC 3161 hashes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OPEN-SOURCE AI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MODEL SELECTION &amp; ENSEMBLE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NVIDIA NIM Cloud Accelerator: meta/llama-3.2-11b-vision-instruct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5-Model Multi-LLM Consensus: Llama 3.2, Gemma 2, Mistral, Qwen 2.5, DeepSeek R1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Zero-Latency NLP Engine: Deterministic rule and token analysis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LightGBM Multi-Signal Classifier for calibrated 0-100 risk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PIPELINE ROLE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Cloud NIM extracts deception intent, urgency indicators, and wire requests.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Multi-LLM consensus prevents single-model hallucinations.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TF-IDF feature embeddings correlate shared attack infrastructure across campaigns.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AI SOC Co-Pilot assists analysts with explainable incident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TECHNICAL RATIONALE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Sub-350ms response latency with NVIDIA NIM hardware acceleration.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100% offline zero-latency fallback: operates air-gapped without API keys.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Open-weight transparency: fully inspectable and auditable reasoning.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Zero telemetry leakage: user emails are never stored or fine-tuned upon.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EXTERNAL SERVICES / APIS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NVIDIA NIM Open Inference (integrate.api.nvidia.com)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IP-API &amp; DB-IP Lite Geolocation with offline local caching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Tor Exit Node, Proxy, and Known Malicious Relay Blocklists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RFC 3161 SHA-256 cryptographic chain of custody hashing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ONE-DAY BUILD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11480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749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MINIMUM VIABLE DEMO (BUILT &amp; READY)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Upload any phishing .eml email file: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✅ 0-100 Risk Score with explainable reasons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✅ Hop-by-Hop MTA relay geolocation trace map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✅ 5-Model Open-Source LLM Consensus verdict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✅ Interactive AI SOC Co-Pilot &amp; prompt sandbox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✅ Cryptographically hashed, court-ready PDF report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201168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202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MILESTONE 01 (MORNING) — COMPLETE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FastAPI setup, RFC 822 .eml parser, SPF/DKIM/DMARC checks, IP Geolocation caching, and baseline deterministic threat engine.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0" y="315468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0632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MILESTONE 02 (AFTERNOON) — COMPLETE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Trust-boundary logic, hop latency calculation, NVIDIA NIM integration, multi-model consensus, and SHA-256 evidence vault.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4297679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2062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MILESTONE 03 (EVENING) — COMPLETE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React 18 + Vite dashboard, Leaflet interactive threat map, AI Co-Pilot chat, PDF export, 11/11 automated tests passing, cloud deploy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EA580C"/>
                </a:solidFill>
              </a:rPr>
              <a:t>FEEDBACK &amp; VALIDATION:  </a:t>
            </a:r>
            <a:r>
              <a:rPr sz="1050">
                <a:solidFill>
                  <a:srgbClr val="1E293B"/>
                </a:solidFill>
              </a:rPr>
              <a:t>Zero-latency fallback guarantees demo reliability without cloud dependencies. Tested on 6 realistic enterprise samples (BEC, Scholarship scam, O365 harvest, malicious macro payload, spoofed MTA relay).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141E"/>
                </a:solidFill>
                <a:latin typeface="Arial"/>
              </a:defRPr>
            </a:pPr>
            <a:r>
              <a:t>RAMAIAH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Arial Black"/>
              </a:defRPr>
            </a:pPr>
            <a:r>
              <a:t>MLH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65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Arial"/>
              </a:defRPr>
            </a:pPr>
            <a:r>
              <a:t>IEEE Computational Intelligence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IMPACT +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Hacktoberfest Hack Day Bengaluru × IEEE 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MEASURABLE IMPACT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Benefits enterprise SOC teams, financial fraud units, and student communities.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Targets: Precision &gt; 96%, False Positives &lt; 1.5%, Sub-350ms analysis per email.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Slashes manual phishing triage time from 30 minutes to under 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ETHICS &amp; SAFETY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Privacy: Ephemeral processing, zero cloud data retention, PII redaction.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Guardrails: LLM outputs strictly anchored to RFC 822 cryptographic headers.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Confidence Scoring: Objective probabilistic indicators rather than false attribution.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Human-in-the-Loop: AI Co-Pilot provides explainable advice; human analyst confirms.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OPEN-SOURCE CONTRIBUTION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Public MIT Licensed Repository: github.com/2007JAYANTHYT/PHISHTRACE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Fully documented architecture, roadmap, API schemas, and sample attack vectors.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1-click cloud deployment blueprints for Vercel and Render.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516636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9768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TECHNICAL RISK &amp; WORKAROUND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Risk: Attack origins disguised behind VPNs, Tor, or commercial webmail relays.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Workaround: Proprietary trust-boundary hop subtraction, detecting intermediate relay injection points, and downgrading confidence on known anonymizers.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